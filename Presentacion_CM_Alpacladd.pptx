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D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ALPACLADD — Fábrica de Hilados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1 (Branding) | 0:00 - 0:25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Presentar el proyecto: Manual de Marca y Estrategia de Marketing B2B para ALPACLADD.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Rubro: Fábrica de hilados industriales (algodón peinado, alpaca y lana).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rector: Precisión textil e innovación en procesos industriales.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y Contexto Industrial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1 (Branding) | 0:25 - 0:50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 industrial con maquinaria europea y purificadores ópticos en tiempo real.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mercado B2B exige cero paradas de máquina y regularidad absoluta de títulos.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identidad visual busca transmitir sobriedad, ingeniería y confianza operativa.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Concepto: Precisión que Transforma Fibras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1 (Branding) | 0:50 - 1:15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la transición física: de fibras dispersas a hilo continuo en torsión perfecta.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 interactivo de torsión por metro (TPM) demostrando el rigor técnico.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decisión gráfica está anclada a la geometría de la maquinaria textil.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Misión, Visión y Valores Corporativos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1 (Branding) | 1:15 - 1:40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Misión: Fabricar hilados premium con materias primas trazables y tecnología robótica.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Visión: Ser la hilandería de referencia en América Latina hacia 2030.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Valores: Precisión estructural, sustentabilidad ambiental y alianza estratégica B2B.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Imagotipo Principal y Arquitectura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1 (Branding) | 1:40 - 2:05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Imagotipo compuesto por isotipo geométrico + tipografía institucional ajustada.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modular: versión horizontal principal, vertical y aplicaciones del isotipo.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Kerning expandido para garantizar legibilidad a micro y macroescala.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Morfología del Isotipo: Cono + Hilo + 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1 (Branding) | 2:05 - 2:30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 1: El cono o soporte cilíndrico de la hilandería industrial.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 2: El hilo en torsión continua aportando sinuosidad y dinamismo.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 3: La letra 'A' inicial de ALPACLADD en ángulos de 60 grados.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de Diseño: Bocetos → Retícula → Vector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1 (Branding) | 2:30 - 3:00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1: Bocetado a mano alzada explorando iniciales y husos textiles.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2: Retícula técnica y construcción con arcos áureos tangenciales.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3: Vectorización final y consolidación de pesos de línea.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de Seguridad y Zona de Exclusión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1 (Branding) | 3:00 - 3:20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 la unidad de medida modular X (altura del triángulo interno de la A).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de exclusión obligatoria de 1X en los 4 márgenes perimetrales.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Garantiza que ningún texto o elemento gráfico invada el imagotipo.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Reducciones Mínimas: Impresión y Digital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1 (Branding) | 3:20 - 3:45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Imagotipo completo: mínimo 25 mm de ancho en offset y 120 px en digital.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Isotipo aislado: mínimo 8 mm en etiquetas cosidas y 32 px en favicons/apps.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el empastado de tintas en telares y pérdida de legibilidad.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Cromática Oficial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1 (Branding) | 3:45 - 4:05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Blue (#0D1D34) y Corporate Blue (#1D5A8F): Solidez y autoridad industrial.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Blue (#5FA8D3): Acento luminoso y representación de filamentos.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 Gray (#666666) y Off-White (#F2F2F2): Claridad en datos técnicos.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Tipografía Institucional: Raleway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1 (Branding) | 4:05 - 4:25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 tipográfica Raleway: Sans-serif geométrica con gran neutralidad técnica.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Jerarquía: Bold (700) para titulares y números de título; Regular (400) para párrafos.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Excelente comportamiento en bobinas de hilo, remitos y entornos digitales.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Versátil del Logotipo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1 (Branding) | 4:25 - 4:45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en escala de grises para remitos y offset económico.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Monocromática (B/N puro) para sellos y grabado láser sobre conos.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invertida sobre fondos oscuros y simulación de bordado textil.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Pautas de Uso: Aplicaciones Incorrectas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1 (Branding) | 4:45 - 5:00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Prohibido deformar proporciones, rotar o aplicar sombras duras.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Prohibido alterar la paleta cromática o desbalancear el isotipo respecto al texto.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Mockups en Piezas Físicas Reales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1 (Branding) | 5:00 - 5:20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Fotografía y render de bobinas industriales con fajas institucionales.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Bolsas kraft ecológicas para envío de muestras de 1kg a talleres.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Papelería técnica con stamping y uniformes de operario con bordado oficial.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 Objetivo B2B y Buyer Personas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2 (CM &amp; Marketing) | 5:20 - 5:50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1: Tejedurías Industriales (Director de Planta / Dolor: Paradas de telar).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2: Marcas de Moda Premium (Diseñador Jefe / Dolor: Pilling y tacto áspero).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3: Talleres de Confección (Jefe de Taller / Dolor: Variación de calibre).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Marketing B2B (SMART)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2 (CM &amp; Marketing) | 5:50 - 6:20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1: 25% de share of voice en el rubro textil premium en 12 meses.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2: +40% en nuevas cuentas B2B mediante el embudo de muestra gratis.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3: 15 toneladas despachadas de la nueva línea sustentable ECO-SPUN.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4 Pilares de Contenido Estratégico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2 (CM &amp; Marketing) | 6:20 - 6:50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1 (Producto): Fichas técnicas, títulos (30/1, 24/2) y resistencia cN/tex.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2 (Proceso): Maquinaria Savio, purgado electrónico y laboratorio ISO.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3 (Personas): Cultura de planta, operarios calificados y seguridad.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4 (Conocimiento): Academia ALPACLADD y tips para tejedores.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Optimizado @alpacladd.hilados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2 (CM &amp; Marketing) | 6:50 - 7:20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Biografía optimizada con propuesta de valor única y linktree con catálogo.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Insignia de cuenta B2B verificada y avatar de alto contraste.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destacadas (La Planta, Productos, Procesos, Academia) organizadas.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Interactivas: Encuesta y Quiz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2 (CM &amp; Marketing) | 7:20 - 7:50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Encuesta interactiva para relevar el dolor principal de los talleres.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Trivia técnica / Quiz para educar sobre el purgado óptico de coneras.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Incremento del engagement y captura de insights cualitativos de la audiencia.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Reels: Procesos y Laboratorio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2 (CM &amp; Marketing) | 7:50 - 8:20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Microvideos dinámicos de 15s mostrando la transformación del algodón.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 visual del sensor láser Savio y pruebas dinámicas de tensión.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de máximo alcance orgánico para atraer confeccionistas en Instagram.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Publicidad Digital y Paid Media B2B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2 (CM &amp; Marketing) | 8:20 - 8:50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Embudo de 3 etapas en Meta Ads y LinkedIn: Muestras (TOFU), Tecnología (MOFU), Cierre (BOFU).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ganadora: Muestra técnica gratuita de 1kg para prueba en telar.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KPIs: CPL estimado &lt; $2.10 USD con tasa de conversión a orden de compra del 38%.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 y Cierre Comercial B2B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Orador 2 (CM &amp; Marketing) | 8:50 - 10:00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ejecutivo: Identidad visual sólida + Estrategia de contenidos integral.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ALPACLADD posicionada como el eslabón de máxima confianza para marcas textiles.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Llamado a la acción: Pedido de muestra técnica y apertura para preguntas de la docente.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Alpacladd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ALPACLADD — Fábrica de Hilados</dc:title>
  <dc:subject>Presentación B2B</dc:subject>
  <dc:creator>Alpacladd</dc:creator>
  <cp:lastModifiedBy>Alpacladd</cp:lastModifiedBy>
  <cp:revision>1</cp:revision>
  <dcterms:created xsi:type="dcterms:W3CDTF">2026-08-15T15:36:12Z</dcterms:created>
  <dcterms:modified xsi:type="dcterms:W3CDTF">2026-08-15T15:36:12Z</dcterms:modified>
</cp:coreProperties>
</file>